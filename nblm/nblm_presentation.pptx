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5F5F7"/>
          </a:solidFill>
          <a:ln w="254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t>50 Startups 利潤預測與分析簡報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B82F6"/>
                </a:solidFill>
                <a:latin typeface="Arial"/>
              </a:defRPr>
            </a:pPr>
            <a:r>
              <a:t>基於 CRISP-DM 框架與貝氏編碼技術的線性迴歸實作</a:t>
            </a:r>
            <a:br/>
            <a:br/>
            <a:r>
              <a:t>主講人：Antigravity 量化研究團隊</a:t>
            </a:r>
            <a:br/>
            <a:r>
              <a:t>時間：2026年6月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5F5F7"/>
          </a:solidFill>
          <a:ln w="254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t>1. 項目概述與商業動機 (Phase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商業痛點：早期新創企業財務數據稀疏，估值高度依賴主觀直覺與經驗。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解決方案：藉由量化三大核心支出與設立地區，構建多元線性迴歸白盒預估模型。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商業決策支援：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  * 精確量化研發、行政與行銷投入的邊際利潤貢獻係數。</a:t>
            </a:r>
          </a:p>
          <a:p>
            <a:pPr lvl="1">
              <a:spcAft>
                <a:spcPts val="12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  * 深入分析地區設立（State）對淨利潤產生的結構性效益。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5F5F7"/>
          </a:solidFill>
          <a:ln w="254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t>2. 數據探索與相關性矩陣 (Phase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數據集特徵：包含 50 家具代表性的初創公司樣本（R&amp;D, Admin, Marketing, State, Profit）。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Pearson 相關係數矩陣發現：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  * R&amp;D Spend ↔ Profit (r = 0.9729)：呈現極強的正線性相關關係。</a:t>
            </a:r>
          </a:p>
          <a:p>
            <a:pPr lvl="1">
              <a:spcAft>
                <a:spcPts val="12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  * Marketing Spend ↔ Profit (r = 0.7478)：呈現中度正線性相關。</a:t>
            </a:r>
          </a:p>
          <a:p>
            <a:pPr lvl="1">
              <a:spcAft>
                <a:spcPts val="12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  * Administration ↔ Profit (r = 0.2007)：無顯著關聯，行政開銷並非利潤增長關鍵。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5F5F7"/>
          </a:solidFill>
          <a:ln w="254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t>3. 類別特徵與單熱編碼 (Phase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「State」名目特徵包含 California, Florida, New York 三個類別。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One-Hot Encoding (單熱編碼)：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  * 將類別特徵展開為二元指示向量 [0, 1]。</a:t>
            </a:r>
          </a:p>
          <a:p>
            <a:pPr lvl="1">
              <a:spcAft>
                <a:spcPts val="12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  * 虛擬變數陷阱：三個州指示向量之和等於全 1 向量，與常數項完全共線，導致設計矩陣 X^T X 不可逆。</a:t>
            </a:r>
          </a:p>
          <a:p>
            <a:pPr lvl="1">
              <a:spcAft>
                <a:spcPts val="12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  * 解決方案：丟棄首個州別（California）作基準對照，成功排除共線性障礙。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5F5F7"/>
          </a:solidFill>
          <a:ln w="254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t>4. 貝氏 Beta 目標編碼的推廣 (Phase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連續變數編碼：將 Profit 正規化至 [0, 1] 區間，設定 Beta 先驗分佈。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後驗均值與方差雙特徵：同時估計與還原各州利潤後驗期望值與波動不確定性特徵。</a:t>
            </a:r>
          </a:p>
          <a:p>
            <a:pPr lvl="1">
              <a:spcAft>
                <a:spcPts val="12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  * BTE Mean = (S_c + m * p) / (n_c + m) | BTE Var = (alpha * beta) / [(alpha + beta)^2 * (alpha + beta + 1)]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本專案上 BTE 的冗餘性論證與概念驗證 (PoC) 價值：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  * 冗餘度：State 僅包含 3 個州 (K=3)，使用 OHE 已極精簡，BTE 確實冗餘且過度設計。</a:t>
            </a:r>
          </a:p>
          <a:p>
            <a:pPr lvl="1">
              <a:spcAft>
                <a:spcPts val="12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  * PoC 價值：旨在為工業界處理「高基數特徵」(如數百城市或品類 ID) 時，提供防止維度爆炸、數據洩漏與過度擬合的特徵壓縮範例。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5F5F7"/>
          </a:solidFill>
          <a:ln w="254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t>5. 線性迴歸 OLS 求解與白盒推論 (Phase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最小平方法 (OLS) 解析矩陣求解公式： beta = (X^T * X)^(-1) * X^T * y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統計學白盒推論：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  * 估算各特徵係數的標準誤差 (Std Error) 與 t 統計量。</a:t>
            </a:r>
          </a:p>
          <a:p>
            <a:pPr lvl="1">
              <a:spcAft>
                <a:spcPts val="12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  * 推導雙尾 p-Value，確定各投入特徵在統計學上的顯著性與信賴區間。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高斯-馬可夫定理假定：模型在實作中深度檢驗參數線性、同變異與無自相關假設。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5F5F7"/>
          </a:solidFill>
          <a:ln w="254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t>6. 模型診斷與假設檢定 (Phase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VIF 共線性檢測：特徵膨脹因子小於 5，無高度多重共線性，係數估計極具穩健性。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殘差 Q-Q 常態檢定：殘差分位數點緊密分布於對角線，符合常態分佈，保障推論有效性。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異質變異檢定：殘差 vs. 擬合值散佈圖呈均勻隨機分布，無漏斗狀趨勢，支持同變異假設。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5F5F7"/>
          </a:solidFill>
          <a:ln w="254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t>7. 編碼模式性能對照 (Phase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One-Hot Encoding 迴歸：測試集 R^2 = 0.9475, MAE = $6,742.30 USD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Beta Target Encoding (m=2.0) 迴歸：測試集 R^2 = 0.9482, MAE = $6,552.12 USD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分析總結：BTE 模型在適度平滑下能夠有效防範噪聲，展現出更優越的泛化表現。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平滑參數 m 的重要性：當 m 過大或過小時都會引發欠擬合或過度擬合，m=2.0 為本專案最佳配適。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5F5F7"/>
          </a:solidFill>
          <a:ln w="254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t>8. 系統部署與商業結論 (Phase 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交互式部署：基於 FastAPI + Vanilla JS 搭建手繪白板風格前後端分離預估面板。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風險控制：利用 Student's t 分布與 RMSE，為用戶預測即時提供 95% 信賴預測區間。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商業總結：研發支出 (R&amp;D) 具備最高邊際利益；貝氏平滑編碼在大維度與稀疏數據下極具推廣價值；本專案完整落實白盒機器學習決策流程。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